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aël VILLARD" userId="078ef8a2-469c-49d4-a19c-3430c2c3a82e" providerId="ADAL" clId="{D03A59C5-8283-4E0F-A1DF-32BE740AFB03}"/>
    <pc:docChg chg="custSel modSld">
      <pc:chgData name="Nathanaël VILLARD" userId="078ef8a2-469c-49d4-a19c-3430c2c3a82e" providerId="ADAL" clId="{D03A59C5-8283-4E0F-A1DF-32BE740AFB03}" dt="2025-09-27T11:17:20.148" v="1" actId="27636"/>
      <pc:docMkLst>
        <pc:docMk/>
      </pc:docMkLst>
      <pc:sldChg chg="modSp mod">
        <pc:chgData name="Nathanaël VILLARD" userId="078ef8a2-469c-49d4-a19c-3430c2c3a82e" providerId="ADAL" clId="{D03A59C5-8283-4E0F-A1DF-32BE740AFB03}" dt="2025-09-27T11:17:20.104" v="0" actId="27636"/>
        <pc:sldMkLst>
          <pc:docMk/>
          <pc:sldMk cId="0" sldId="256"/>
        </pc:sldMkLst>
        <pc:spChg chg="mod">
          <ac:chgData name="Nathanaël VILLARD" userId="078ef8a2-469c-49d4-a19c-3430c2c3a82e" providerId="ADAL" clId="{D03A59C5-8283-4E0F-A1DF-32BE740AFB03}" dt="2025-09-27T11:17:20.104" v="0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athanaël VILLARD" userId="078ef8a2-469c-49d4-a19c-3430c2c3a82e" providerId="ADAL" clId="{D03A59C5-8283-4E0F-A1DF-32BE740AFB03}" dt="2025-09-27T11:17:20.148" v="1" actId="27636"/>
        <pc:sldMkLst>
          <pc:docMk/>
          <pc:sldMk cId="0" sldId="261"/>
        </pc:sldMkLst>
        <pc:spChg chg="mod">
          <ac:chgData name="Nathanaël VILLARD" userId="078ef8a2-469c-49d4-a19c-3430c2c3a82e" providerId="ADAL" clId="{D03A59C5-8283-4E0F-A1DF-32BE740AFB03}" dt="2025-09-27T11:17:20.148" v="1" actId="27636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Projet</a:t>
            </a:r>
            <a:r>
              <a:rPr dirty="0"/>
              <a:t> Réseau - </a:t>
            </a:r>
            <a:r>
              <a:rPr dirty="0" err="1"/>
              <a:t>CoWork’Innov</a:t>
            </a:r>
            <a:r>
              <a:rPr dirty="0"/>
              <a:t> (CW’I)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Présentation</a:t>
            </a:r>
            <a:r>
              <a:rPr dirty="0"/>
              <a:t> de CW’I (</a:t>
            </a:r>
            <a:r>
              <a:rPr dirty="0" err="1"/>
              <a:t>CoWork’Innov</a:t>
            </a:r>
            <a:r>
              <a:rPr dirty="0"/>
              <a:t>)</a:t>
            </a:r>
          </a:p>
          <a:p>
            <a:r>
              <a:rPr dirty="0" err="1"/>
              <a:t>Contexte</a:t>
            </a:r>
            <a:r>
              <a:rPr dirty="0"/>
              <a:t> : </a:t>
            </a:r>
            <a:r>
              <a:rPr dirty="0" err="1"/>
              <a:t>nouvel</a:t>
            </a:r>
            <a:r>
              <a:rPr dirty="0"/>
              <a:t> </a:t>
            </a:r>
            <a:r>
              <a:rPr dirty="0" err="1"/>
              <a:t>espace</a:t>
            </a:r>
            <a:r>
              <a:rPr dirty="0"/>
              <a:t> de coworking à Lyon (3ᵉ étage)</a:t>
            </a:r>
          </a:p>
          <a:p>
            <a:r>
              <a:rPr dirty="0"/>
              <a:t>Objectif : infrastructure réseau </a:t>
            </a:r>
            <a:r>
              <a:rPr dirty="0" err="1"/>
              <a:t>fiable</a:t>
            </a:r>
            <a:r>
              <a:rPr dirty="0"/>
              <a:t>, </a:t>
            </a:r>
            <a:r>
              <a:rPr dirty="0" err="1"/>
              <a:t>sécurisée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2) </a:t>
            </a:r>
            <a:r>
              <a:rPr dirty="0" err="1"/>
              <a:t>Analyse</a:t>
            </a:r>
            <a:r>
              <a:rPr dirty="0"/>
              <a:t> des </a:t>
            </a:r>
            <a:r>
              <a:rPr dirty="0" err="1"/>
              <a:t>besoins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Accès</a:t>
            </a:r>
            <a:r>
              <a:rPr dirty="0"/>
              <a:t> </a:t>
            </a:r>
            <a:r>
              <a:rPr dirty="0" err="1"/>
              <a:t>filaire</a:t>
            </a:r>
            <a:r>
              <a:rPr dirty="0"/>
              <a:t> et Wi-Fi dans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espaces</a:t>
            </a:r>
            <a:endParaRPr dirty="0"/>
          </a:p>
          <a:p>
            <a:r>
              <a:rPr dirty="0" err="1"/>
              <a:t>Sécurité</a:t>
            </a:r>
            <a:r>
              <a:rPr dirty="0"/>
              <a:t> </a:t>
            </a:r>
            <a:r>
              <a:rPr dirty="0" err="1"/>
              <a:t>avancée</a:t>
            </a:r>
            <a:r>
              <a:rPr dirty="0"/>
              <a:t> : VLAN, firewall, VPN</a:t>
            </a:r>
          </a:p>
          <a:p>
            <a:r>
              <a:rPr dirty="0" err="1"/>
              <a:t>Évolutivité</a:t>
            </a:r>
            <a:r>
              <a:rPr dirty="0"/>
              <a:t> : </a:t>
            </a:r>
            <a:r>
              <a:rPr dirty="0" err="1"/>
              <a:t>ajouter</a:t>
            </a:r>
            <a:r>
              <a:rPr dirty="0"/>
              <a:t> </a:t>
            </a:r>
            <a:r>
              <a:rPr dirty="0" err="1"/>
              <a:t>postes</a:t>
            </a:r>
            <a:r>
              <a:rPr dirty="0"/>
              <a:t> et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95525" y="17463"/>
            <a:ext cx="8229600" cy="1143000"/>
          </a:xfrm>
        </p:spPr>
        <p:txBody>
          <a:bodyPr/>
          <a:lstStyle/>
          <a:p>
            <a:r>
              <a:rPr dirty="0"/>
              <a:t>3) </a:t>
            </a:r>
            <a:r>
              <a:rPr lang="fr-FR" dirty="0"/>
              <a:t>Schéma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1575" y="0"/>
            <a:ext cx="4410075" cy="2124075"/>
          </a:xfrm>
        </p:spPr>
        <p:txBody>
          <a:bodyPr>
            <a:normAutofit/>
          </a:bodyPr>
          <a:lstStyle/>
          <a:p>
            <a:r>
              <a:rPr sz="1800" dirty="0" err="1"/>
              <a:t>Fibre</a:t>
            </a:r>
            <a:r>
              <a:rPr sz="1800" dirty="0"/>
              <a:t> FTTO 1 Gbps (IP fixe)</a:t>
            </a:r>
          </a:p>
          <a:p>
            <a:r>
              <a:rPr sz="1800" dirty="0" err="1"/>
              <a:t>Routeur</a:t>
            </a:r>
            <a:r>
              <a:rPr sz="1800" dirty="0"/>
              <a:t> principal : UDM Pro SE</a:t>
            </a:r>
          </a:p>
          <a:p>
            <a:r>
              <a:rPr sz="1800" dirty="0"/>
              <a:t>Switch PoE+ 24 ports</a:t>
            </a:r>
          </a:p>
          <a:p>
            <a:r>
              <a:rPr sz="1800" dirty="0"/>
              <a:t>3 AP Wi-Fi 6 (UniFi 6 Pro)</a:t>
            </a:r>
          </a:p>
          <a:p>
            <a:r>
              <a:rPr sz="1800" dirty="0"/>
              <a:t>Baie 12U, Cat6a </a:t>
            </a:r>
            <a:r>
              <a:rPr sz="1800" dirty="0" err="1"/>
              <a:t>structuré</a:t>
            </a:r>
            <a:r>
              <a:rPr sz="1800" dirty="0"/>
              <a:t>, UPS</a:t>
            </a:r>
          </a:p>
          <a:p>
            <a:r>
              <a:rPr lang="fr-FR" sz="1800" dirty="0"/>
              <a:t>Pare Feu </a:t>
            </a:r>
            <a:r>
              <a:rPr sz="1800" dirty="0"/>
              <a:t>FortiGate 40F</a:t>
            </a:r>
          </a:p>
        </p:txBody>
      </p:sp>
      <p:pic>
        <p:nvPicPr>
          <p:cNvPr id="5" name="Image 4" descr="Une image contenant diagramme, cercle, carte, Plan&#10;&#10;Le contenu généré par l’IA peut être incorrect.">
            <a:extLst>
              <a:ext uri="{FF2B5EF4-FFF2-40B4-BE49-F238E27FC236}">
                <a16:creationId xmlns:a16="http://schemas.microsoft.com/office/drawing/2014/main" id="{8ED15B09-6635-ED54-FABF-63072F392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51133"/>
            <a:ext cx="8724900" cy="4719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4) </a:t>
            </a:r>
            <a:r>
              <a:rPr lang="fr-FR" dirty="0"/>
              <a:t>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Topologie</a:t>
            </a:r>
            <a:r>
              <a:rPr dirty="0"/>
              <a:t> avec VLANs (Admin, </a:t>
            </a:r>
            <a:r>
              <a:rPr dirty="0" err="1"/>
              <a:t>Locataires</a:t>
            </a:r>
            <a:r>
              <a:rPr dirty="0"/>
              <a:t>, Salle, </a:t>
            </a:r>
            <a:r>
              <a:rPr dirty="0" err="1"/>
              <a:t>Invités</a:t>
            </a:r>
            <a:r>
              <a:rPr dirty="0"/>
              <a:t>)</a:t>
            </a:r>
          </a:p>
          <a:p>
            <a:r>
              <a:rPr dirty="0" err="1"/>
              <a:t>Schéma</a:t>
            </a:r>
            <a:r>
              <a:rPr dirty="0"/>
              <a:t> de la </a:t>
            </a:r>
            <a:r>
              <a:rPr dirty="0" err="1"/>
              <a:t>baie</a:t>
            </a:r>
            <a:r>
              <a:rPr dirty="0"/>
              <a:t> (switch, UDM, NAS, UPS)</a:t>
            </a:r>
          </a:p>
          <a:p>
            <a:r>
              <a:rPr dirty="0"/>
              <a:t>Implantation des </a:t>
            </a:r>
            <a:r>
              <a:rPr dirty="0" err="1"/>
              <a:t>prises</a:t>
            </a:r>
            <a:r>
              <a:rPr dirty="0"/>
              <a:t> RJ45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5) Matériel &amp;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</a:t>
            </a:r>
            <a:r>
              <a:rPr lang="fr-FR" dirty="0"/>
              <a:t>2</a:t>
            </a:r>
            <a:r>
              <a:rPr dirty="0"/>
              <a:t> </a:t>
            </a:r>
            <a:r>
              <a:rPr dirty="0" err="1"/>
              <a:t>postes</a:t>
            </a:r>
            <a:r>
              <a:rPr dirty="0"/>
              <a:t> (</a:t>
            </a:r>
            <a:r>
              <a:rPr lang="fr-FR" dirty="0"/>
              <a:t>10</a:t>
            </a:r>
            <a:r>
              <a:rPr dirty="0"/>
              <a:t> fixes + 2 portables)</a:t>
            </a:r>
          </a:p>
          <a:p>
            <a:r>
              <a:rPr dirty="0"/>
              <a:t>Salle </a:t>
            </a:r>
            <a:r>
              <a:rPr dirty="0" err="1"/>
              <a:t>réunion</a:t>
            </a:r>
            <a:r>
              <a:rPr dirty="0"/>
              <a:t> : </a:t>
            </a:r>
            <a:r>
              <a:rPr dirty="0" err="1"/>
              <a:t>vidéoprojecteur</a:t>
            </a:r>
            <a:r>
              <a:rPr dirty="0"/>
              <a:t>, </a:t>
            </a:r>
            <a:r>
              <a:rPr dirty="0" err="1"/>
              <a:t>caméra</a:t>
            </a:r>
            <a:r>
              <a:rPr dirty="0"/>
              <a:t> </a:t>
            </a:r>
            <a:r>
              <a:rPr dirty="0" err="1"/>
              <a:t>visioconf</a:t>
            </a:r>
            <a:r>
              <a:rPr dirty="0"/>
              <a:t>, micro</a:t>
            </a:r>
          </a:p>
          <a:p>
            <a:r>
              <a:rPr dirty="0" err="1"/>
              <a:t>Accueil</a:t>
            </a:r>
            <a:r>
              <a:rPr dirty="0"/>
              <a:t> : PC double </a:t>
            </a:r>
            <a:r>
              <a:rPr dirty="0" err="1"/>
              <a:t>écran</a:t>
            </a:r>
            <a:r>
              <a:rPr dirty="0"/>
              <a:t>, </a:t>
            </a:r>
            <a:r>
              <a:rPr dirty="0" err="1"/>
              <a:t>imprimante</a:t>
            </a:r>
            <a:r>
              <a:rPr dirty="0"/>
              <a:t>, </a:t>
            </a:r>
            <a:r>
              <a:rPr dirty="0" err="1"/>
              <a:t>téléphone</a:t>
            </a:r>
            <a:r>
              <a:rPr dirty="0"/>
              <a:t> IP</a:t>
            </a:r>
          </a:p>
          <a:p>
            <a:r>
              <a:rPr lang="fr-FR" dirty="0"/>
              <a:t>Budget : ~25 000 €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Segmentation VLAN </a:t>
            </a:r>
            <a:r>
              <a:rPr dirty="0" err="1"/>
              <a:t>stricte</a:t>
            </a:r>
            <a:endParaRPr dirty="0"/>
          </a:p>
          <a:p>
            <a:r>
              <a:rPr dirty="0"/>
              <a:t>Firewall inter-VLAN avec </a:t>
            </a:r>
            <a:r>
              <a:rPr dirty="0" err="1"/>
              <a:t>règles</a:t>
            </a:r>
            <a:r>
              <a:rPr dirty="0"/>
              <a:t> </a:t>
            </a:r>
            <a:r>
              <a:rPr dirty="0" err="1"/>
              <a:t>restrictives</a:t>
            </a:r>
            <a:endParaRPr lang="fr-FR" dirty="0"/>
          </a:p>
          <a:p>
            <a:r>
              <a:rPr lang="fr-FR" dirty="0"/>
              <a:t>Wi-Fi WPA3 + portail captif invités</a:t>
            </a:r>
            <a:endParaRPr dirty="0"/>
          </a:p>
          <a:p>
            <a:r>
              <a:rPr dirty="0"/>
              <a:t>VPN avec double </a:t>
            </a:r>
            <a:r>
              <a:rPr dirty="0" err="1"/>
              <a:t>authentification</a:t>
            </a:r>
            <a:endParaRPr dirty="0"/>
          </a:p>
          <a:p>
            <a:r>
              <a:rPr dirty="0"/>
              <a:t>Supervision UniFi + Syslog</a:t>
            </a:r>
          </a:p>
          <a:p>
            <a:r>
              <a:rPr dirty="0" err="1"/>
              <a:t>Sauvegardes</a:t>
            </a:r>
            <a:r>
              <a:rPr dirty="0"/>
              <a:t> </a:t>
            </a:r>
            <a:r>
              <a:rPr dirty="0" err="1"/>
              <a:t>régulières</a:t>
            </a:r>
            <a:r>
              <a:rPr dirty="0"/>
              <a:t> (NAS + cloud)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</a:t>
            </a:r>
            <a:r>
              <a:rPr dirty="0"/>
              <a:t>)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complet</a:t>
            </a:r>
            <a:r>
              <a:rPr dirty="0"/>
              <a:t> : </a:t>
            </a:r>
            <a:r>
              <a:rPr dirty="0" err="1"/>
              <a:t>schéma</a:t>
            </a:r>
            <a:r>
              <a:rPr dirty="0"/>
              <a:t>, budget, </a:t>
            </a:r>
            <a:r>
              <a:rPr dirty="0" err="1"/>
              <a:t>sécurité</a:t>
            </a:r>
            <a:endParaRPr lang="fr-FR" dirty="0"/>
          </a:p>
          <a:p>
            <a:r>
              <a:rPr lang="fr-FR" dirty="0"/>
              <a:t>Réseau fiable, sécurisé, évolutif</a:t>
            </a:r>
          </a:p>
          <a:p>
            <a:r>
              <a:rPr dirty="0"/>
              <a:t>Option haut de </a:t>
            </a:r>
            <a:r>
              <a:rPr dirty="0" err="1"/>
              <a:t>gamme</a:t>
            </a:r>
            <a:r>
              <a:rPr dirty="0"/>
              <a:t> avec FortiGate</a:t>
            </a:r>
          </a:p>
          <a:p>
            <a:r>
              <a:rPr dirty="0" err="1"/>
              <a:t>Ouverture</a:t>
            </a:r>
            <a:r>
              <a:rPr dirty="0"/>
              <a:t> : services cloud, supervision </a:t>
            </a:r>
            <a:r>
              <a:rPr dirty="0" err="1"/>
              <a:t>avancée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215DB7658C7946A68452207088394F" ma:contentTypeVersion="9" ma:contentTypeDescription="Crée un document." ma:contentTypeScope="" ma:versionID="5eab0df0368112d5491afc4462f84fc1">
  <xsd:schema xmlns:xsd="http://www.w3.org/2001/XMLSchema" xmlns:xs="http://www.w3.org/2001/XMLSchema" xmlns:p="http://schemas.microsoft.com/office/2006/metadata/properties" xmlns:ns3="dcac3fc7-d608-4adf-8a69-bb1da03ddb92" targetNamespace="http://schemas.microsoft.com/office/2006/metadata/properties" ma:root="true" ma:fieldsID="07f43fb9546873654da7303d12e853fc" ns3:_="">
    <xsd:import namespace="dcac3fc7-d608-4adf-8a69-bb1da03ddb9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ac3fc7-d608-4adf-8a69-bb1da03ddb9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62A674-617E-4891-B7E8-D0915D8C74C7}">
  <ds:schemaRefs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dcac3fc7-d608-4adf-8a69-bb1da03ddb9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04C48B0-5C13-49F6-B124-DBD3177019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ac3fc7-d608-4adf-8a69-bb1da03ddb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F65F6AE-6B1D-47F2-A6A9-111ECD3247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238</Words>
  <Application>Microsoft Office PowerPoint</Application>
  <PresentationFormat>Affichage à l'écran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Projet Réseau - CoWork’Innov (CW’I)</vt:lpstr>
      <vt:lpstr>1) Introduction</vt:lpstr>
      <vt:lpstr>2) Analyse des besoins</vt:lpstr>
      <vt:lpstr>3) Schéma</vt:lpstr>
      <vt:lpstr>4) Architecture</vt:lpstr>
      <vt:lpstr>5) Matériel &amp; Budget</vt:lpstr>
      <vt:lpstr>6) Sécurité</vt:lpstr>
      <vt:lpstr>7)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Nathanaël VILLARD</cp:lastModifiedBy>
  <cp:revision>4</cp:revision>
  <dcterms:created xsi:type="dcterms:W3CDTF">2013-01-27T09:14:16Z</dcterms:created>
  <dcterms:modified xsi:type="dcterms:W3CDTF">2025-11-18T15:33:32Z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0x010100C7215DB7658C7946A68452207088394F</vt:lpwstr>
  </property>
</Properties>
</file>